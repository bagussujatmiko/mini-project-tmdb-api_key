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8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5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5" d="100"/>
          <a:sy n="65" d="100"/>
        </p:scale>
        <p:origin x="72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ani Fazri Mia" userId="1c43981877b0c09e" providerId="LiveId" clId="{74022535-CBAD-46D4-B47F-6EADEF30F07F}"/>
    <pc:docChg chg="undo custSel addSld modSld sldOrd">
      <pc:chgData name="Zani Fazri Mia" userId="1c43981877b0c09e" providerId="LiveId" clId="{74022535-CBAD-46D4-B47F-6EADEF30F07F}" dt="2026-09-23T13:41:11.003" v="2505" actId="20577"/>
      <pc:docMkLst>
        <pc:docMk/>
      </pc:docMkLst>
      <pc:sldChg chg="modSp mod">
        <pc:chgData name="Zani Fazri Mia" userId="1c43981877b0c09e" providerId="LiveId" clId="{74022535-CBAD-46D4-B47F-6EADEF30F07F}" dt="2026-09-23T13:33:28.282" v="2175" actId="27636"/>
        <pc:sldMkLst>
          <pc:docMk/>
          <pc:sldMk cId="914423089" sldId="256"/>
        </pc:sldMkLst>
        <pc:spChg chg="mod">
          <ac:chgData name="Zani Fazri Mia" userId="1c43981877b0c09e" providerId="LiveId" clId="{74022535-CBAD-46D4-B47F-6EADEF30F07F}" dt="2026-09-23T13:33:28.282" v="2175" actId="27636"/>
          <ac:spMkLst>
            <pc:docMk/>
            <pc:sldMk cId="914423089" sldId="256"/>
            <ac:spMk id="3" creationId="{E1588E45-DB73-D2D7-9E31-C8AEAC3F0779}"/>
          </ac:spMkLst>
        </pc:spChg>
      </pc:sldChg>
      <pc:sldChg chg="modSp mod">
        <pc:chgData name="Zani Fazri Mia" userId="1c43981877b0c09e" providerId="LiveId" clId="{74022535-CBAD-46D4-B47F-6EADEF30F07F}" dt="2026-09-23T13:33:28.291" v="2176" actId="27636"/>
        <pc:sldMkLst>
          <pc:docMk/>
          <pc:sldMk cId="347931901" sldId="257"/>
        </pc:sldMkLst>
        <pc:spChg chg="mod">
          <ac:chgData name="Zani Fazri Mia" userId="1c43981877b0c09e" providerId="LiveId" clId="{74022535-CBAD-46D4-B47F-6EADEF30F07F}" dt="2026-09-23T13:33:28.023" v="2172"/>
          <ac:spMkLst>
            <pc:docMk/>
            <pc:sldMk cId="347931901" sldId="257"/>
            <ac:spMk id="2" creationId="{422CDEF2-E358-4C91-A2D4-D34304F44CD2}"/>
          </ac:spMkLst>
        </pc:spChg>
        <pc:spChg chg="mod">
          <ac:chgData name="Zani Fazri Mia" userId="1c43981877b0c09e" providerId="LiveId" clId="{74022535-CBAD-46D4-B47F-6EADEF30F07F}" dt="2026-09-23T13:33:28.291" v="2176" actId="27636"/>
          <ac:spMkLst>
            <pc:docMk/>
            <pc:sldMk cId="347931901" sldId="257"/>
            <ac:spMk id="3" creationId="{9D4696E3-B3ED-A244-83AE-054CDC50EB97}"/>
          </ac:spMkLst>
        </pc:spChg>
      </pc:sldChg>
      <pc:sldChg chg="modSp mod">
        <pc:chgData name="Zani Fazri Mia" userId="1c43981877b0c09e" providerId="LiveId" clId="{74022535-CBAD-46D4-B47F-6EADEF30F07F}" dt="2026-09-23T13:33:28.332" v="2178" actId="27636"/>
        <pc:sldMkLst>
          <pc:docMk/>
          <pc:sldMk cId="1996361784" sldId="259"/>
        </pc:sldMkLst>
        <pc:spChg chg="mod">
          <ac:chgData name="Zani Fazri Mia" userId="1c43981877b0c09e" providerId="LiveId" clId="{74022535-CBAD-46D4-B47F-6EADEF30F07F}" dt="2026-09-23T13:33:28.332" v="2178" actId="27636"/>
          <ac:spMkLst>
            <pc:docMk/>
            <pc:sldMk cId="1996361784" sldId="259"/>
            <ac:spMk id="2" creationId="{305AFD2A-5D95-5129-E65B-24286B288F74}"/>
          </ac:spMkLst>
        </pc:spChg>
        <pc:spChg chg="mod">
          <ac:chgData name="Zani Fazri Mia" userId="1c43981877b0c09e" providerId="LiveId" clId="{74022535-CBAD-46D4-B47F-6EADEF30F07F}" dt="2026-09-23T13:33:28.321" v="2177" actId="27636"/>
          <ac:spMkLst>
            <pc:docMk/>
            <pc:sldMk cId="1996361784" sldId="259"/>
            <ac:spMk id="4" creationId="{FACBFD10-7CF7-AC2E-6484-640D291EA3BE}"/>
          </ac:spMkLst>
        </pc:spChg>
      </pc:sldChg>
      <pc:sldChg chg="delSp modSp mod">
        <pc:chgData name="Zani Fazri Mia" userId="1c43981877b0c09e" providerId="LiveId" clId="{74022535-CBAD-46D4-B47F-6EADEF30F07F}" dt="2026-09-23T13:33:20.136" v="2171" actId="20577"/>
        <pc:sldMkLst>
          <pc:docMk/>
          <pc:sldMk cId="2773471715" sldId="260"/>
        </pc:sldMkLst>
        <pc:spChg chg="mod">
          <ac:chgData name="Zani Fazri Mia" userId="1c43981877b0c09e" providerId="LiveId" clId="{74022535-CBAD-46D4-B47F-6EADEF30F07F}" dt="2026-09-23T13:33:20.136" v="2171" actId="20577"/>
          <ac:spMkLst>
            <pc:docMk/>
            <pc:sldMk cId="2773471715" sldId="260"/>
            <ac:spMk id="2" creationId="{AA1E2C17-F6F6-B3F3-A462-84197314D348}"/>
          </ac:spMkLst>
        </pc:spChg>
        <pc:spChg chg="mod">
          <ac:chgData name="Zani Fazri Mia" userId="1c43981877b0c09e" providerId="LiveId" clId="{74022535-CBAD-46D4-B47F-6EADEF30F07F}" dt="2026-09-23T12:54:15.758" v="297" actId="20577"/>
          <ac:spMkLst>
            <pc:docMk/>
            <pc:sldMk cId="2773471715" sldId="260"/>
            <ac:spMk id="4" creationId="{CC668481-5F81-E5AA-081E-1FA59D1DB1CE}"/>
          </ac:spMkLst>
        </pc:spChg>
        <pc:spChg chg="del mod">
          <ac:chgData name="Zani Fazri Mia" userId="1c43981877b0c09e" providerId="LiveId" clId="{74022535-CBAD-46D4-B47F-6EADEF30F07F}" dt="2026-09-23T12:45:12.861" v="7" actId="478"/>
          <ac:spMkLst>
            <pc:docMk/>
            <pc:sldMk cId="2773471715" sldId="260"/>
            <ac:spMk id="8" creationId="{EB5DC3DD-5C6C-2D92-2338-C2A00B627FC2}"/>
          </ac:spMkLst>
        </pc:spChg>
      </pc:sldChg>
      <pc:sldChg chg="addSp delSp modSp new mod">
        <pc:chgData name="Zani Fazri Mia" userId="1c43981877b0c09e" providerId="LiveId" clId="{74022535-CBAD-46D4-B47F-6EADEF30F07F}" dt="2026-09-23T13:33:28.196" v="2173" actId="27636"/>
        <pc:sldMkLst>
          <pc:docMk/>
          <pc:sldMk cId="3607345408" sldId="261"/>
        </pc:sldMkLst>
        <pc:spChg chg="del mod">
          <ac:chgData name="Zani Fazri Mia" userId="1c43981877b0c09e" providerId="LiveId" clId="{74022535-CBAD-46D4-B47F-6EADEF30F07F}" dt="2026-09-23T13:33:11.692" v="2170" actId="478"/>
          <ac:spMkLst>
            <pc:docMk/>
            <pc:sldMk cId="3607345408" sldId="261"/>
            <ac:spMk id="2" creationId="{0A2E06A2-E302-06DA-15DF-0F5F38A54AF7}"/>
          </ac:spMkLst>
        </pc:spChg>
        <pc:spChg chg="del">
          <ac:chgData name="Zani Fazri Mia" userId="1c43981877b0c09e" providerId="LiveId" clId="{74022535-CBAD-46D4-B47F-6EADEF30F07F}" dt="2026-09-23T12:58:22.199" v="299" actId="22"/>
          <ac:spMkLst>
            <pc:docMk/>
            <pc:sldMk cId="3607345408" sldId="261"/>
            <ac:spMk id="3" creationId="{E22F27D6-5B3D-FE5C-0D37-0E0754836F4F}"/>
          </ac:spMkLst>
        </pc:spChg>
        <pc:spChg chg="mod">
          <ac:chgData name="Zani Fazri Mia" userId="1c43981877b0c09e" providerId="LiveId" clId="{74022535-CBAD-46D4-B47F-6EADEF30F07F}" dt="2026-09-23T13:33:28.196" v="2173" actId="27636"/>
          <ac:spMkLst>
            <pc:docMk/>
            <pc:sldMk cId="3607345408" sldId="261"/>
            <ac:spMk id="4" creationId="{071319B8-0D25-C209-3D4A-4EADB603D925}"/>
          </ac:spMkLst>
        </pc:spChg>
        <pc:picChg chg="add mod ord">
          <ac:chgData name="Zani Fazri Mia" userId="1c43981877b0c09e" providerId="LiveId" clId="{74022535-CBAD-46D4-B47F-6EADEF30F07F}" dt="2026-09-23T12:58:24.849" v="300" actId="14100"/>
          <ac:picMkLst>
            <pc:docMk/>
            <pc:sldMk cId="3607345408" sldId="261"/>
            <ac:picMk id="6" creationId="{ED4B9A10-9D1C-026F-D524-5CDB8D572EB9}"/>
          </ac:picMkLst>
        </pc:picChg>
      </pc:sldChg>
      <pc:sldChg chg="addSp delSp modSp new mod">
        <pc:chgData name="Zani Fazri Mia" userId="1c43981877b0c09e" providerId="LiveId" clId="{74022535-CBAD-46D4-B47F-6EADEF30F07F}" dt="2026-09-23T13:33:28.023" v="2172"/>
        <pc:sldMkLst>
          <pc:docMk/>
          <pc:sldMk cId="966077502" sldId="262"/>
        </pc:sldMkLst>
        <pc:spChg chg="add del mod">
          <ac:chgData name="Zani Fazri Mia" userId="1c43981877b0c09e" providerId="LiveId" clId="{74022535-CBAD-46D4-B47F-6EADEF30F07F}" dt="2026-09-23T13:32:47.353" v="2162" actId="1076"/>
          <ac:spMkLst>
            <pc:docMk/>
            <pc:sldMk cId="966077502" sldId="262"/>
            <ac:spMk id="2" creationId="{B7A81245-1DDE-5859-A0FA-7CE3E25B07BC}"/>
          </ac:spMkLst>
        </pc:spChg>
        <pc:spChg chg="del">
          <ac:chgData name="Zani Fazri Mia" userId="1c43981877b0c09e" providerId="LiveId" clId="{74022535-CBAD-46D4-B47F-6EADEF30F07F}" dt="2026-09-23T13:06:18.693" v="651" actId="22"/>
          <ac:spMkLst>
            <pc:docMk/>
            <pc:sldMk cId="966077502" sldId="262"/>
            <ac:spMk id="3" creationId="{AF8F58CA-7512-731A-B1A2-D8994476F850}"/>
          </ac:spMkLst>
        </pc:spChg>
        <pc:spChg chg="mod">
          <ac:chgData name="Zani Fazri Mia" userId="1c43981877b0c09e" providerId="LiveId" clId="{74022535-CBAD-46D4-B47F-6EADEF30F07F}" dt="2026-09-23T13:33:28.023" v="2172"/>
          <ac:spMkLst>
            <pc:docMk/>
            <pc:sldMk cId="966077502" sldId="262"/>
            <ac:spMk id="4" creationId="{9A606CB0-04E2-29B3-9F39-F0C9A4F98738}"/>
          </ac:spMkLst>
        </pc:spChg>
        <pc:picChg chg="add mod ord">
          <ac:chgData name="Zani Fazri Mia" userId="1c43981877b0c09e" providerId="LiveId" clId="{74022535-CBAD-46D4-B47F-6EADEF30F07F}" dt="2026-09-23T13:33:28.023" v="2172"/>
          <ac:picMkLst>
            <pc:docMk/>
            <pc:sldMk cId="966077502" sldId="262"/>
            <ac:picMk id="6" creationId="{B4B026E4-AD48-2107-8B91-8ABC52038174}"/>
          </ac:picMkLst>
        </pc:picChg>
      </pc:sldChg>
      <pc:sldChg chg="addSp delSp modSp new mod">
        <pc:chgData name="Zani Fazri Mia" userId="1c43981877b0c09e" providerId="LiveId" clId="{74022535-CBAD-46D4-B47F-6EADEF30F07F}" dt="2026-09-23T13:33:28.267" v="2174" actId="27636"/>
        <pc:sldMkLst>
          <pc:docMk/>
          <pc:sldMk cId="2395672379" sldId="263"/>
        </pc:sldMkLst>
        <pc:spChg chg="mod">
          <ac:chgData name="Zani Fazri Mia" userId="1c43981877b0c09e" providerId="LiveId" clId="{74022535-CBAD-46D4-B47F-6EADEF30F07F}" dt="2026-09-23T13:32:01.636" v="2099" actId="14100"/>
          <ac:spMkLst>
            <pc:docMk/>
            <pc:sldMk cId="2395672379" sldId="263"/>
            <ac:spMk id="2" creationId="{781E2F42-ED46-7A38-F5F9-CD4F074DD326}"/>
          </ac:spMkLst>
        </pc:spChg>
        <pc:spChg chg="del">
          <ac:chgData name="Zani Fazri Mia" userId="1c43981877b0c09e" providerId="LiveId" clId="{74022535-CBAD-46D4-B47F-6EADEF30F07F}" dt="2026-09-23T13:13:30.496" v="907" actId="22"/>
          <ac:spMkLst>
            <pc:docMk/>
            <pc:sldMk cId="2395672379" sldId="263"/>
            <ac:spMk id="3" creationId="{44BEF0E9-B4CE-3E9A-28EA-A0B46206AFD7}"/>
          </ac:spMkLst>
        </pc:spChg>
        <pc:spChg chg="mod">
          <ac:chgData name="Zani Fazri Mia" userId="1c43981877b0c09e" providerId="LiveId" clId="{74022535-CBAD-46D4-B47F-6EADEF30F07F}" dt="2026-09-23T13:33:28.267" v="2174" actId="27636"/>
          <ac:spMkLst>
            <pc:docMk/>
            <pc:sldMk cId="2395672379" sldId="263"/>
            <ac:spMk id="4" creationId="{EFE061B3-9B09-919B-B5A3-BF0D46EC9CD1}"/>
          </ac:spMkLst>
        </pc:spChg>
        <pc:spChg chg="add del mod">
          <ac:chgData name="Zani Fazri Mia" userId="1c43981877b0c09e" providerId="LiveId" clId="{74022535-CBAD-46D4-B47F-6EADEF30F07F}" dt="2026-09-23T13:32:09.098" v="2102"/>
          <ac:spMkLst>
            <pc:docMk/>
            <pc:sldMk cId="2395672379" sldId="263"/>
            <ac:spMk id="7" creationId="{4548296B-83E9-3597-A2CF-6A48DF8D5B5E}"/>
          </ac:spMkLst>
        </pc:spChg>
        <pc:picChg chg="add mod ord">
          <ac:chgData name="Zani Fazri Mia" userId="1c43981877b0c09e" providerId="LiveId" clId="{74022535-CBAD-46D4-B47F-6EADEF30F07F}" dt="2026-09-23T13:29:58.735" v="1848" actId="14100"/>
          <ac:picMkLst>
            <pc:docMk/>
            <pc:sldMk cId="2395672379" sldId="263"/>
            <ac:picMk id="6" creationId="{C637ADE6-A61D-7ED2-B063-C6716C580A6D}"/>
          </ac:picMkLst>
        </pc:picChg>
      </pc:sldChg>
      <pc:sldChg chg="addSp delSp modSp new mod ord">
        <pc:chgData name="Zani Fazri Mia" userId="1c43981877b0c09e" providerId="LiveId" clId="{74022535-CBAD-46D4-B47F-6EADEF30F07F}" dt="2026-09-23T13:35:59.628" v="2216"/>
        <pc:sldMkLst>
          <pc:docMk/>
          <pc:sldMk cId="648292969" sldId="264"/>
        </pc:sldMkLst>
        <pc:spChg chg="mod">
          <ac:chgData name="Zani Fazri Mia" userId="1c43981877b0c09e" providerId="LiveId" clId="{74022535-CBAD-46D4-B47F-6EADEF30F07F}" dt="2026-09-23T13:35:33.164" v="2209" actId="122"/>
          <ac:spMkLst>
            <pc:docMk/>
            <pc:sldMk cId="648292969" sldId="264"/>
            <ac:spMk id="2" creationId="{2A800961-4764-EF69-D12A-198BAC6BE74B}"/>
          </ac:spMkLst>
        </pc:spChg>
        <pc:spChg chg="del">
          <ac:chgData name="Zani Fazri Mia" userId="1c43981877b0c09e" providerId="LiveId" clId="{74022535-CBAD-46D4-B47F-6EADEF30F07F}" dt="2026-09-23T13:35:35.574" v="2210" actId="22"/>
          <ac:spMkLst>
            <pc:docMk/>
            <pc:sldMk cId="648292969" sldId="264"/>
            <ac:spMk id="3" creationId="{DD1F567C-5AEA-19E0-BA2D-89EC2207E2A1}"/>
          </ac:spMkLst>
        </pc:spChg>
        <pc:spChg chg="del">
          <ac:chgData name="Zani Fazri Mia" userId="1c43981877b0c09e" providerId="LiveId" clId="{74022535-CBAD-46D4-B47F-6EADEF30F07F}" dt="2026-09-23T13:35:41.320" v="2211" actId="478"/>
          <ac:spMkLst>
            <pc:docMk/>
            <pc:sldMk cId="648292969" sldId="264"/>
            <ac:spMk id="4" creationId="{2320D3AF-86CA-3F97-FBE9-14C6503DE95D}"/>
          </ac:spMkLst>
        </pc:spChg>
        <pc:picChg chg="add mod ord">
          <ac:chgData name="Zani Fazri Mia" userId="1c43981877b0c09e" providerId="LiveId" clId="{74022535-CBAD-46D4-B47F-6EADEF30F07F}" dt="2026-09-23T13:35:50.866" v="2214" actId="14100"/>
          <ac:picMkLst>
            <pc:docMk/>
            <pc:sldMk cId="648292969" sldId="264"/>
            <ac:picMk id="6" creationId="{A706D6EE-0450-0618-C05E-FF8AC1FD6FFD}"/>
          </ac:picMkLst>
        </pc:picChg>
      </pc:sldChg>
      <pc:sldChg chg="addSp delSp modSp new mod">
        <pc:chgData name="Zani Fazri Mia" userId="1c43981877b0c09e" providerId="LiveId" clId="{74022535-CBAD-46D4-B47F-6EADEF30F07F}" dt="2026-09-23T13:41:11.003" v="2505" actId="20577"/>
        <pc:sldMkLst>
          <pc:docMk/>
          <pc:sldMk cId="3554943921" sldId="265"/>
        </pc:sldMkLst>
        <pc:spChg chg="mod">
          <ac:chgData name="Zani Fazri Mia" userId="1c43981877b0c09e" providerId="LiveId" clId="{74022535-CBAD-46D4-B47F-6EADEF30F07F}" dt="2026-09-23T13:37:04.606" v="2263" actId="122"/>
          <ac:spMkLst>
            <pc:docMk/>
            <pc:sldMk cId="3554943921" sldId="265"/>
            <ac:spMk id="2" creationId="{C98CCABC-45A7-F092-C480-E8DBE709D7F4}"/>
          </ac:spMkLst>
        </pc:spChg>
        <pc:spChg chg="del">
          <ac:chgData name="Zani Fazri Mia" userId="1c43981877b0c09e" providerId="LiveId" clId="{74022535-CBAD-46D4-B47F-6EADEF30F07F}" dt="2026-09-23T13:37:35.807" v="2264" actId="22"/>
          <ac:spMkLst>
            <pc:docMk/>
            <pc:sldMk cId="3554943921" sldId="265"/>
            <ac:spMk id="3" creationId="{9917168F-5AC7-F6E4-EC1B-DB86D58FECC2}"/>
          </ac:spMkLst>
        </pc:spChg>
        <pc:spChg chg="mod">
          <ac:chgData name="Zani Fazri Mia" userId="1c43981877b0c09e" providerId="LiveId" clId="{74022535-CBAD-46D4-B47F-6EADEF30F07F}" dt="2026-09-23T13:41:11.003" v="2505" actId="20577"/>
          <ac:spMkLst>
            <pc:docMk/>
            <pc:sldMk cId="3554943921" sldId="265"/>
            <ac:spMk id="4" creationId="{2BDF6155-479F-2E03-A6A3-5D014C59962A}"/>
          </ac:spMkLst>
        </pc:spChg>
        <pc:spChg chg="add del mod">
          <ac:chgData name="Zani Fazri Mia" userId="1c43981877b0c09e" providerId="LiveId" clId="{74022535-CBAD-46D4-B47F-6EADEF30F07F}" dt="2026-09-23T13:39:13.946" v="2266" actId="22"/>
          <ac:spMkLst>
            <pc:docMk/>
            <pc:sldMk cId="3554943921" sldId="265"/>
            <ac:spMk id="8" creationId="{AB07B3AC-6F84-09E5-9A33-506F18C9032D}"/>
          </ac:spMkLst>
        </pc:spChg>
        <pc:picChg chg="add del mod ord">
          <ac:chgData name="Zani Fazri Mia" userId="1c43981877b0c09e" providerId="LiveId" clId="{74022535-CBAD-46D4-B47F-6EADEF30F07F}" dt="2026-09-23T13:37:51.760" v="2265" actId="478"/>
          <ac:picMkLst>
            <pc:docMk/>
            <pc:sldMk cId="3554943921" sldId="265"/>
            <ac:picMk id="6" creationId="{B30CD7B4-C69C-A30B-CD22-C21B2A325480}"/>
          </ac:picMkLst>
        </pc:picChg>
        <pc:picChg chg="add mod ord">
          <ac:chgData name="Zani Fazri Mia" userId="1c43981877b0c09e" providerId="LiveId" clId="{74022535-CBAD-46D4-B47F-6EADEF30F07F}" dt="2026-09-23T13:39:13.946" v="2266" actId="22"/>
          <ac:picMkLst>
            <pc:docMk/>
            <pc:sldMk cId="3554943921" sldId="265"/>
            <ac:picMk id="10" creationId="{2F6ADA0D-80C5-4E0B-7AF2-B34D97ADA4BD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EDDF93E7-DB49-4006-89C5-5E2EB18B5AEA}" type="datetimeFigureOut">
              <a:rPr lang="id-ID" smtClean="0"/>
              <a:t>23/09/2026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966F089B-E8E9-427C-960A-EAFFCE7EEE45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7865399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DF93E7-DB49-4006-89C5-5E2EB18B5AEA}" type="datetimeFigureOut">
              <a:rPr lang="id-ID" smtClean="0"/>
              <a:t>23/09/2026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966F089B-E8E9-427C-960A-EAFFCE7EEE45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2900177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EDDF93E7-DB49-4006-89C5-5E2EB18B5AEA}" type="datetimeFigureOut">
              <a:rPr lang="id-ID" smtClean="0"/>
              <a:t>23/09/2026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966F089B-E8E9-427C-960A-EAFFCE7EEE45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3470837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DF93E7-DB49-4006-89C5-5E2EB18B5AEA}" type="datetimeFigureOut">
              <a:rPr lang="id-ID" smtClean="0"/>
              <a:t>23/09/2026</a:t>
            </a:fld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F089B-E8E9-427C-960A-EAFFCE7EEE45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746113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DF93E7-DB49-4006-89C5-5E2EB18B5AEA}" type="datetimeFigureOut">
              <a:rPr lang="id-ID" smtClean="0"/>
              <a:t>23/09/2026</a:t>
            </a:fld>
            <a:endParaRPr lang="id-ID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F089B-E8E9-427C-960A-EAFFCE7EEE45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0982964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DF93E7-DB49-4006-89C5-5E2EB18B5AEA}" type="datetimeFigureOut">
              <a:rPr lang="id-ID" smtClean="0"/>
              <a:t>23/09/2026</a:t>
            </a:fld>
            <a:endParaRPr lang="id-ID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F089B-E8E9-427C-960A-EAFFCE7EEE45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3268492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DF93E7-DB49-4006-89C5-5E2EB18B5AEA}" type="datetimeFigureOut">
              <a:rPr lang="id-ID" smtClean="0"/>
              <a:t>23/09/2026</a:t>
            </a:fld>
            <a:endParaRPr lang="id-ID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F089B-E8E9-427C-960A-EAFFCE7EEE45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8866775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EDDF93E7-DB49-4006-89C5-5E2EB18B5AEA}" type="datetimeFigureOut">
              <a:rPr lang="id-ID" smtClean="0"/>
              <a:t>23/09/2026</a:t>
            </a:fld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966F089B-E8E9-427C-960A-EAFFCE7EEE45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7417817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DF93E7-DB49-4006-89C5-5E2EB18B5AEA}" type="datetimeFigureOut">
              <a:rPr lang="id-ID" smtClean="0"/>
              <a:t>23/09/2026</a:t>
            </a:fld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F089B-E8E9-427C-960A-EAFFCE7EEE45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7809102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DF93E7-DB49-4006-89C5-5E2EB18B5AEA}" type="datetimeFigureOut">
              <a:rPr lang="id-ID" smtClean="0"/>
              <a:t>23/09/2026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F089B-E8E9-427C-960A-EAFFCE7EEE45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3536474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EDDF93E7-DB49-4006-89C5-5E2EB18B5AEA}" type="datetimeFigureOut">
              <a:rPr lang="id-ID" smtClean="0"/>
              <a:t>23/09/2026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966F089B-E8E9-427C-960A-EAFFCE7EEE45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4425163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EDDF93E7-DB49-4006-89C5-5E2EB18B5AEA}" type="datetimeFigureOut">
              <a:rPr lang="id-ID" smtClean="0"/>
              <a:t>23/09/2026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966F089B-E8E9-427C-960A-EAFFCE7EEE45}" type="slidenum">
              <a:rPr lang="id-ID" smtClean="0"/>
              <a:t>‹#›</a:t>
            </a:fld>
            <a:endParaRPr lang="id-ID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0059444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9" r:id="rId1"/>
    <p:sldLayoutId id="2147483820" r:id="rId2"/>
    <p:sldLayoutId id="2147483821" r:id="rId3"/>
    <p:sldLayoutId id="2147483822" r:id="rId4"/>
    <p:sldLayoutId id="2147483823" r:id="rId5"/>
    <p:sldLayoutId id="2147483824" r:id="rId6"/>
    <p:sldLayoutId id="2147483825" r:id="rId7"/>
    <p:sldLayoutId id="2147483826" r:id="rId8"/>
    <p:sldLayoutId id="2147483827" r:id="rId9"/>
    <p:sldLayoutId id="2147483828" r:id="rId10"/>
    <p:sldLayoutId id="2147483829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12C1F2-E015-F084-F9E1-7D55582F47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705357"/>
            <a:ext cx="9144000" cy="1109560"/>
          </a:xfrm>
        </p:spPr>
        <p:txBody>
          <a:bodyPr>
            <a:noAutofit/>
          </a:bodyPr>
          <a:lstStyle/>
          <a:p>
            <a:r>
              <a:rPr lang="en-US" sz="4400" dirty="0"/>
              <a:t>Nama = Bagus </a:t>
            </a:r>
            <a:r>
              <a:rPr lang="en-US" sz="4400" dirty="0" err="1"/>
              <a:t>sudjatmiko</a:t>
            </a:r>
            <a:endParaRPr lang="id-ID" sz="4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588E45-DB73-D2D7-9E31-C8AEAC3F07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07690" y="1160206"/>
            <a:ext cx="9144000" cy="1209368"/>
          </a:xfrm>
        </p:spPr>
        <p:txBody>
          <a:bodyPr>
            <a:normAutofit lnSpcReduction="10000"/>
          </a:bodyPr>
          <a:lstStyle/>
          <a:p>
            <a:r>
              <a:rPr lang="en-US" sz="3200" dirty="0"/>
              <a:t>         MENGAMBIL DATA API DARI WEBSITE</a:t>
            </a:r>
          </a:p>
          <a:p>
            <a:pPr algn="ctr"/>
            <a:r>
              <a:rPr lang="en-US" sz="3200" dirty="0"/>
              <a:t>THEMOVIEDB.ORG</a:t>
            </a:r>
            <a:endParaRPr lang="id-ID" sz="3200" dirty="0"/>
          </a:p>
        </p:txBody>
      </p:sp>
    </p:spTree>
    <p:extLst>
      <p:ext uri="{BB962C8B-B14F-4D97-AF65-F5344CB8AC3E}">
        <p14:creationId xmlns:p14="http://schemas.microsoft.com/office/powerpoint/2010/main" val="9144230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2CDEF2-E358-4C91-A2D4-D34304F44C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 err="1"/>
              <a:t>Kenapa</a:t>
            </a:r>
            <a:r>
              <a:rPr lang="en-US" dirty="0"/>
              <a:t> </a:t>
            </a:r>
            <a:r>
              <a:rPr lang="en-US" dirty="0" err="1"/>
              <a:t>milih</a:t>
            </a:r>
            <a:r>
              <a:rPr lang="en-US" dirty="0"/>
              <a:t> THEMOVIEDB.ORG</a:t>
            </a:r>
            <a:br>
              <a:rPr lang="id-ID" dirty="0"/>
            </a:br>
            <a:endParaRPr lang="id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4696E3-B3ED-A244-83AE-054CDC50EB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397" y="2340077"/>
            <a:ext cx="11125202" cy="1563329"/>
          </a:xfrm>
        </p:spPr>
        <p:txBody>
          <a:bodyPr>
            <a:normAutofit fontScale="92500" lnSpcReduction="10000"/>
          </a:bodyPr>
          <a:lstStyle/>
          <a:p>
            <a:endParaRPr lang="en-US" sz="2800" dirty="0"/>
          </a:p>
          <a:p>
            <a:r>
              <a:rPr lang="en-US" sz="2400" dirty="0"/>
              <a:t>Situs Themoviedb.org </a:t>
            </a:r>
            <a:r>
              <a:rPr lang="en-US" sz="2400" dirty="0" err="1"/>
              <a:t>menurut</a:t>
            </a:r>
            <a:r>
              <a:rPr lang="en-US" sz="2400" dirty="0"/>
              <a:t> </a:t>
            </a:r>
            <a:r>
              <a:rPr lang="en-US" sz="2400" dirty="0" err="1"/>
              <a:t>saya</a:t>
            </a:r>
            <a:r>
              <a:rPr lang="en-US" sz="2400" dirty="0"/>
              <a:t> situs </a:t>
            </a:r>
            <a:r>
              <a:rPr lang="en-US" sz="2400" dirty="0" err="1"/>
              <a:t>api</a:t>
            </a:r>
            <a:r>
              <a:rPr lang="en-US" sz="2400" dirty="0"/>
              <a:t> yang </a:t>
            </a:r>
            <a:r>
              <a:rPr lang="en-US" sz="2400" dirty="0" err="1"/>
              <a:t>lengkap</a:t>
            </a:r>
            <a:r>
              <a:rPr lang="en-US" sz="2400" dirty="0"/>
              <a:t> </a:t>
            </a:r>
            <a:r>
              <a:rPr lang="en-US" sz="2400" dirty="0" err="1"/>
              <a:t>dokumentasinya</a:t>
            </a:r>
            <a:r>
              <a:rPr lang="en-US" sz="2400" dirty="0"/>
              <a:t> dan </a:t>
            </a:r>
            <a:r>
              <a:rPr lang="en-US" sz="2400" dirty="0" err="1"/>
              <a:t>datanya</a:t>
            </a:r>
            <a:r>
              <a:rPr lang="en-US" sz="2400" dirty="0"/>
              <a:t> </a:t>
            </a:r>
            <a:r>
              <a:rPr lang="en-US" sz="2400" dirty="0" err="1"/>
              <a:t>banyak</a:t>
            </a:r>
            <a:r>
              <a:rPr lang="en-US" sz="2400" dirty="0"/>
              <a:t> </a:t>
            </a:r>
            <a:r>
              <a:rPr lang="en-US" sz="2400" dirty="0" err="1"/>
              <a:t>banget</a:t>
            </a:r>
            <a:r>
              <a:rPr lang="en-US" sz="2400" dirty="0"/>
              <a:t> </a:t>
            </a:r>
            <a:r>
              <a:rPr lang="en-US" sz="2400" dirty="0" err="1"/>
              <a:t>kurang</a:t>
            </a:r>
            <a:r>
              <a:rPr lang="en-US" sz="2400" dirty="0"/>
              <a:t> </a:t>
            </a:r>
            <a:r>
              <a:rPr lang="en-US" sz="2400" dirty="0" err="1"/>
              <a:t>lebih</a:t>
            </a:r>
            <a:r>
              <a:rPr lang="en-US" sz="2400" dirty="0"/>
              <a:t> 2000 data , </a:t>
            </a:r>
            <a:r>
              <a:rPr lang="en-US" sz="2400" dirty="0" err="1"/>
              <a:t>semuanya</a:t>
            </a:r>
            <a:r>
              <a:rPr lang="en-US" sz="2400" dirty="0"/>
              <a:t> di </a:t>
            </a:r>
            <a:r>
              <a:rPr lang="en-US" sz="2400" dirty="0" err="1"/>
              <a:t>jelaskan</a:t>
            </a:r>
            <a:r>
              <a:rPr lang="en-US" sz="2400" dirty="0"/>
              <a:t> pada </a:t>
            </a:r>
            <a:r>
              <a:rPr lang="en-US" sz="2400" dirty="0" err="1"/>
              <a:t>dokumentasi</a:t>
            </a:r>
            <a:r>
              <a:rPr lang="en-US" sz="2400" dirty="0"/>
              <a:t> </a:t>
            </a:r>
            <a:r>
              <a:rPr lang="en-US" sz="2400" dirty="0" err="1"/>
              <a:t>disitus</a:t>
            </a:r>
            <a:r>
              <a:rPr lang="en-US" sz="2400" dirty="0"/>
              <a:t> </a:t>
            </a:r>
            <a:r>
              <a:rPr lang="en-US" sz="2400" dirty="0" err="1"/>
              <a:t>tersebut</a:t>
            </a:r>
            <a:r>
              <a:rPr lang="en-US" sz="2400" dirty="0"/>
              <a:t>. Dan </a:t>
            </a:r>
            <a:r>
              <a:rPr lang="en-US" sz="2400" dirty="0" err="1"/>
              <a:t>ini</a:t>
            </a:r>
            <a:r>
              <a:rPr lang="en-US" sz="2400" dirty="0"/>
              <a:t> </a:t>
            </a:r>
            <a:r>
              <a:rPr lang="en-US" sz="2400" dirty="0" err="1"/>
              <a:t>apinya</a:t>
            </a:r>
            <a:r>
              <a:rPr lang="en-US" sz="2400" dirty="0"/>
              <a:t> free </a:t>
            </a:r>
            <a:endParaRPr lang="id-ID" sz="2400" dirty="0"/>
          </a:p>
        </p:txBody>
      </p:sp>
    </p:spTree>
    <p:extLst>
      <p:ext uri="{BB962C8B-B14F-4D97-AF65-F5344CB8AC3E}">
        <p14:creationId xmlns:p14="http://schemas.microsoft.com/office/powerpoint/2010/main" val="3479319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5AFD2A-5D95-5129-E65B-24286B288F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1025" y="729658"/>
            <a:ext cx="11029616" cy="686187"/>
          </a:xfrm>
        </p:spPr>
        <p:txBody>
          <a:bodyPr>
            <a:normAutofit/>
          </a:bodyPr>
          <a:lstStyle/>
          <a:p>
            <a:pPr algn="ctr"/>
            <a:r>
              <a:rPr lang="en-US" dirty="0" err="1"/>
              <a:t>Mengambil</a:t>
            </a:r>
            <a:r>
              <a:rPr lang="en-US" dirty="0"/>
              <a:t> </a:t>
            </a:r>
            <a:r>
              <a:rPr lang="en-US" dirty="0" err="1"/>
              <a:t>api</a:t>
            </a:r>
            <a:r>
              <a:rPr lang="en-US" dirty="0"/>
              <a:t> discover movie </a:t>
            </a:r>
            <a:endParaRPr lang="id-ID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F146C6A-5FCA-B664-C7EB-A3616982E47F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581191" y="2255042"/>
            <a:ext cx="3489552" cy="3633787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CBFD10-7CF7-AC2E-6484-640D291EA3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247535" y="2228003"/>
            <a:ext cx="7363274" cy="363304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Ini </a:t>
            </a:r>
            <a:r>
              <a:rPr lang="en-US" dirty="0" err="1"/>
              <a:t>gambir</a:t>
            </a:r>
            <a:r>
              <a:rPr lang="en-US" dirty="0"/>
              <a:t> di </a:t>
            </a:r>
            <a:r>
              <a:rPr lang="en-US" dirty="0" err="1"/>
              <a:t>samping</a:t>
            </a:r>
            <a:r>
              <a:rPr lang="en-US" dirty="0"/>
              <a:t> </a:t>
            </a:r>
            <a:r>
              <a:rPr lang="en-US" dirty="0" err="1"/>
              <a:t>saya</a:t>
            </a:r>
            <a:r>
              <a:rPr lang="en-US" dirty="0"/>
              <a:t> </a:t>
            </a:r>
            <a:r>
              <a:rPr lang="en-US" dirty="0" err="1"/>
              <a:t>membuat</a:t>
            </a:r>
            <a:r>
              <a:rPr lang="en-US" dirty="0"/>
              <a:t> </a:t>
            </a:r>
            <a:r>
              <a:rPr lang="en-US" dirty="0" err="1"/>
              <a:t>fungsi</a:t>
            </a:r>
            <a:r>
              <a:rPr lang="en-US" dirty="0"/>
              <a:t> </a:t>
            </a:r>
            <a:r>
              <a:rPr lang="en-US" dirty="0" err="1"/>
              <a:t>ambil_mapping_otomatis</a:t>
            </a:r>
            <a:r>
              <a:rPr lang="en-US" dirty="0"/>
              <a:t>(</a:t>
            </a:r>
            <a:r>
              <a:rPr lang="en-US" dirty="0" err="1"/>
              <a:t>api_key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 err="1"/>
              <a:t>Kenapa</a:t>
            </a:r>
            <a:r>
              <a:rPr lang="en-US" dirty="0"/>
              <a:t> </a:t>
            </a:r>
            <a:r>
              <a:rPr lang="en-US" dirty="0" err="1"/>
              <a:t>saya</a:t>
            </a:r>
            <a:r>
              <a:rPr lang="en-US" dirty="0"/>
              <a:t> </a:t>
            </a:r>
            <a:r>
              <a:rPr lang="en-US" dirty="0" err="1"/>
              <a:t>membuat</a:t>
            </a:r>
            <a:r>
              <a:rPr lang="en-US" dirty="0"/>
              <a:t> </a:t>
            </a:r>
            <a:r>
              <a:rPr lang="en-US" dirty="0" err="1"/>
              <a:t>fungsi</a:t>
            </a:r>
            <a:r>
              <a:rPr lang="en-US" dirty="0"/>
              <a:t> </a:t>
            </a:r>
            <a:r>
              <a:rPr lang="en-US" dirty="0" err="1"/>
              <a:t>ini</a:t>
            </a:r>
            <a:r>
              <a:rPr lang="en-US" dirty="0"/>
              <a:t> </a:t>
            </a:r>
            <a:r>
              <a:rPr lang="en-US" dirty="0" err="1"/>
              <a:t>karena</a:t>
            </a:r>
            <a:r>
              <a:rPr lang="en-US" dirty="0"/>
              <a:t>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dibuat</a:t>
            </a:r>
            <a:r>
              <a:rPr lang="en-US" dirty="0"/>
              <a:t>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muncul</a:t>
            </a:r>
            <a:r>
              <a:rPr lang="en-US" dirty="0"/>
              <a:t> </a:t>
            </a:r>
            <a:r>
              <a:rPr lang="en-US" dirty="0" err="1"/>
              <a:t>dataframenya</a:t>
            </a:r>
            <a:r>
              <a:rPr lang="en-US" dirty="0"/>
              <a:t> yang </a:t>
            </a:r>
            <a:r>
              <a:rPr lang="en-US" dirty="0" err="1"/>
              <a:t>hasil</a:t>
            </a:r>
            <a:r>
              <a:rPr lang="en-US" dirty="0"/>
              <a:t> </a:t>
            </a:r>
            <a:r>
              <a:rPr lang="en-US" dirty="0" err="1"/>
              <a:t>outputnya</a:t>
            </a:r>
            <a:r>
              <a:rPr lang="en-US" dirty="0"/>
              <a:t> 400 </a:t>
            </a:r>
            <a:r>
              <a:rPr lang="en-US" dirty="0" err="1"/>
              <a:t>atau</a:t>
            </a:r>
            <a:r>
              <a:rPr lang="en-US" dirty="0"/>
              <a:t> 401, </a:t>
            </a:r>
            <a:r>
              <a:rPr lang="en-US" dirty="0" err="1"/>
              <a:t>karena</a:t>
            </a:r>
            <a:r>
              <a:rPr lang="en-US" dirty="0"/>
              <a:t> </a:t>
            </a:r>
            <a:r>
              <a:rPr lang="en-US" dirty="0" err="1"/>
              <a:t>saya</a:t>
            </a:r>
            <a:r>
              <a:rPr lang="en-US" dirty="0"/>
              <a:t> </a:t>
            </a:r>
            <a:r>
              <a:rPr lang="en-US" dirty="0" err="1"/>
              <a:t>berniat</a:t>
            </a:r>
            <a:r>
              <a:rPr lang="en-US" dirty="0"/>
              <a:t> </a:t>
            </a:r>
            <a:r>
              <a:rPr lang="en-US" dirty="0" err="1"/>
              <a:t>ambil</a:t>
            </a:r>
            <a:r>
              <a:rPr lang="en-US" dirty="0"/>
              <a:t> data film </a:t>
            </a:r>
            <a:r>
              <a:rPr lang="en-US" dirty="0" err="1"/>
              <a:t>terbaru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beberapa</a:t>
            </a:r>
            <a:r>
              <a:rPr lang="en-US" dirty="0"/>
              <a:t> genre, </a:t>
            </a:r>
            <a:r>
              <a:rPr lang="en-US" dirty="0" err="1"/>
              <a:t>mangka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itu</a:t>
            </a:r>
            <a:r>
              <a:rPr lang="en-US" dirty="0"/>
              <a:t> </a:t>
            </a:r>
            <a:r>
              <a:rPr lang="en-US" dirty="0" err="1"/>
              <a:t>saya</a:t>
            </a:r>
            <a:r>
              <a:rPr lang="en-US" dirty="0"/>
              <a:t> </a:t>
            </a:r>
            <a:r>
              <a:rPr lang="en-US" dirty="0" err="1"/>
              <a:t>ambil</a:t>
            </a:r>
            <a:r>
              <a:rPr lang="en-US" dirty="0"/>
              <a:t> data </a:t>
            </a:r>
            <a:r>
              <a:rPr lang="en-US" dirty="0" err="1"/>
              <a:t>api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genre/movie/list. Di </a:t>
            </a:r>
            <a:r>
              <a:rPr lang="en-US" dirty="0" err="1"/>
              <a:t>dalam</a:t>
            </a:r>
            <a:r>
              <a:rPr lang="en-US" dirty="0"/>
              <a:t>  </a:t>
            </a:r>
            <a:r>
              <a:rPr lang="en-US" dirty="0" err="1"/>
              <a:t>Dokumentasi</a:t>
            </a:r>
            <a:r>
              <a:rPr lang="en-US" dirty="0"/>
              <a:t> yang </a:t>
            </a:r>
            <a:r>
              <a:rPr lang="en-US" dirty="0" err="1"/>
              <a:t>saya</a:t>
            </a:r>
            <a:r>
              <a:rPr lang="en-US" dirty="0"/>
              <a:t> </a:t>
            </a:r>
            <a:r>
              <a:rPr lang="en-US" dirty="0" err="1"/>
              <a:t>baca</a:t>
            </a:r>
            <a:r>
              <a:rPr lang="en-US" dirty="0"/>
              <a:t> </a:t>
            </a:r>
            <a:r>
              <a:rPr lang="en-US" dirty="0" err="1"/>
              <a:t>bahwa</a:t>
            </a:r>
            <a:r>
              <a:rPr lang="en-US" dirty="0"/>
              <a:t> </a:t>
            </a:r>
            <a:r>
              <a:rPr lang="en-US" dirty="0" err="1"/>
              <a:t>secara</a:t>
            </a:r>
            <a:r>
              <a:rPr lang="en-US" dirty="0"/>
              <a:t> default </a:t>
            </a:r>
            <a:r>
              <a:rPr lang="en-US" dirty="0" err="1"/>
              <a:t>tiap</a:t>
            </a:r>
            <a:r>
              <a:rPr lang="en-US" dirty="0"/>
              <a:t> genre </a:t>
            </a:r>
            <a:r>
              <a:rPr lang="en-US" dirty="0" err="1"/>
              <a:t>ada</a:t>
            </a:r>
            <a:r>
              <a:rPr lang="en-US" dirty="0"/>
              <a:t> </a:t>
            </a:r>
            <a:r>
              <a:rPr lang="en-US" dirty="0" err="1"/>
              <a:t>kode</a:t>
            </a:r>
            <a:r>
              <a:rPr lang="en-US" dirty="0"/>
              <a:t> masing </a:t>
            </a:r>
            <a:r>
              <a:rPr lang="en-US" dirty="0" err="1"/>
              <a:t>masing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situsnya</a:t>
            </a:r>
            <a:r>
              <a:rPr lang="en-US" dirty="0"/>
              <a:t>, </a:t>
            </a:r>
            <a:r>
              <a:rPr lang="en-US" dirty="0" err="1"/>
              <a:t>saya</a:t>
            </a:r>
            <a:r>
              <a:rPr lang="en-US" dirty="0"/>
              <a:t> </a:t>
            </a:r>
            <a:r>
              <a:rPr lang="en-US" dirty="0" err="1"/>
              <a:t>membuat</a:t>
            </a:r>
            <a:r>
              <a:rPr lang="en-US" dirty="0"/>
              <a:t> </a:t>
            </a:r>
            <a:r>
              <a:rPr lang="en-US" dirty="0" err="1"/>
              <a:t>ini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bisa</a:t>
            </a:r>
            <a:r>
              <a:rPr lang="en-US" dirty="0"/>
              <a:t> </a:t>
            </a:r>
            <a:r>
              <a:rPr lang="en-US" dirty="0" err="1"/>
              <a:t>menampilkan</a:t>
            </a:r>
            <a:r>
              <a:rPr lang="en-US" dirty="0"/>
              <a:t> </a:t>
            </a:r>
            <a:r>
              <a:rPr lang="en-US" dirty="0" err="1"/>
              <a:t>datanya</a:t>
            </a:r>
            <a:r>
              <a:rPr lang="en-US" dirty="0"/>
              <a:t> </a:t>
            </a:r>
            <a:r>
              <a:rPr lang="en-US" dirty="0" err="1"/>
              <a:t>kedalam</a:t>
            </a:r>
            <a:r>
              <a:rPr lang="en-US" dirty="0"/>
              <a:t> dataset </a:t>
            </a:r>
            <a:r>
              <a:rPr lang="en-US" dirty="0" err="1"/>
              <a:t>walupun</a:t>
            </a:r>
            <a:r>
              <a:rPr lang="en-US" dirty="0"/>
              <a:t> </a:t>
            </a:r>
            <a:r>
              <a:rPr lang="en-US" dirty="0" err="1"/>
              <a:t>tampilannya</a:t>
            </a:r>
            <a:r>
              <a:rPr lang="en-US" dirty="0"/>
              <a:t> </a:t>
            </a:r>
            <a:r>
              <a:rPr lang="en-US" dirty="0" err="1"/>
              <a:t>cuman</a:t>
            </a:r>
            <a:r>
              <a:rPr lang="en-US" dirty="0"/>
              <a:t> </a:t>
            </a:r>
            <a:r>
              <a:rPr lang="en-US" dirty="0" err="1"/>
              <a:t>angka</a:t>
            </a:r>
            <a:r>
              <a:rPr lang="en-US" dirty="0"/>
              <a:t>. </a:t>
            </a:r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19963617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0F1C5F-A20E-5920-6207-4D18FA6FB2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1E2C17-F6F6-B3F3-A462-84197314D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3" y="877142"/>
            <a:ext cx="11029616" cy="686187"/>
          </a:xfrm>
        </p:spPr>
        <p:txBody>
          <a:bodyPr>
            <a:normAutofit fontScale="90000"/>
          </a:bodyPr>
          <a:lstStyle/>
          <a:p>
            <a:pPr algn="ctr"/>
            <a:r>
              <a:rPr lang="id-ID" dirty="0" err="1"/>
              <a:t>Class</a:t>
            </a:r>
            <a:r>
              <a:rPr lang="id-ID" dirty="0"/>
              <a:t>	yang	dibangun	beserta	perannya	(atribut	apa	</a:t>
            </a:r>
            <a:r>
              <a:rPr lang="id-ID" dirty="0" err="1"/>
              <a:t>saja,method</a:t>
            </a:r>
            <a:r>
              <a:rPr lang="id-ID" dirty="0"/>
              <a:t>	apa	saja)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668481-5F81-E5AA-081E-1FA59D1DB1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247535" y="2228003"/>
            <a:ext cx="7363274" cy="3633047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Saya </a:t>
            </a:r>
            <a:r>
              <a:rPr lang="en-US" dirty="0" err="1"/>
              <a:t>membuat</a:t>
            </a:r>
            <a:r>
              <a:rPr lang="en-US" dirty="0"/>
              <a:t> class film, di </a:t>
            </a:r>
            <a:r>
              <a:rPr lang="en-US" dirty="0" err="1"/>
              <a:t>fungsi</a:t>
            </a:r>
            <a:r>
              <a:rPr lang="en-US" dirty="0"/>
              <a:t> </a:t>
            </a:r>
            <a:r>
              <a:rPr lang="en-US" dirty="0" err="1"/>
              <a:t>pertama</a:t>
            </a:r>
            <a:r>
              <a:rPr lang="en-US" dirty="0"/>
              <a:t> </a:t>
            </a:r>
            <a:r>
              <a:rPr lang="en-US" dirty="0" err="1"/>
              <a:t>saya</a:t>
            </a:r>
            <a:r>
              <a:rPr lang="en-US" dirty="0"/>
              <a:t> </a:t>
            </a:r>
            <a:r>
              <a:rPr lang="en-US" dirty="0" err="1"/>
              <a:t>menginput</a:t>
            </a:r>
            <a:r>
              <a:rPr lang="en-US" dirty="0"/>
              <a:t> Alamat </a:t>
            </a:r>
            <a:r>
              <a:rPr lang="en-US" dirty="0" err="1"/>
              <a:t>api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mengambil</a:t>
            </a:r>
            <a:r>
              <a:rPr lang="en-US" dirty="0"/>
              <a:t> data discover film.</a:t>
            </a:r>
          </a:p>
          <a:p>
            <a:pPr marL="0" indent="0">
              <a:buNone/>
            </a:pPr>
            <a:r>
              <a:rPr lang="en-US" dirty="0"/>
              <a:t>Saya </a:t>
            </a:r>
            <a:r>
              <a:rPr lang="en-US" dirty="0" err="1"/>
              <a:t>membuat</a:t>
            </a:r>
            <a:r>
              <a:rPr lang="en-US" dirty="0"/>
              <a:t> method </a:t>
            </a:r>
            <a:r>
              <a:rPr lang="en-US" dirty="0" err="1"/>
              <a:t>ambil_film</a:t>
            </a:r>
            <a:r>
              <a:rPr lang="en-US" dirty="0"/>
              <a:t>() yang </a:t>
            </a:r>
            <a:r>
              <a:rPr lang="en-US" dirty="0" err="1"/>
              <a:t>ada</a:t>
            </a:r>
            <a:r>
              <a:rPr lang="en-US" dirty="0"/>
              <a:t> 3 parameter. Dari self, genre dan </a:t>
            </a:r>
            <a:r>
              <a:rPr lang="en-US" dirty="0" err="1"/>
              <a:t>halaman</a:t>
            </a:r>
            <a:r>
              <a:rPr lang="en-US" dirty="0"/>
              <a:t>, di </a:t>
            </a:r>
            <a:r>
              <a:rPr lang="en-US" dirty="0" err="1"/>
              <a:t>dalam</a:t>
            </a:r>
            <a:r>
              <a:rPr lang="en-US" dirty="0"/>
              <a:t> method </a:t>
            </a:r>
            <a:r>
              <a:rPr lang="en-US" dirty="0" err="1"/>
              <a:t>ada</a:t>
            </a:r>
            <a:r>
              <a:rPr lang="en-US" dirty="0"/>
              <a:t> dictionary parameter </a:t>
            </a:r>
            <a:r>
              <a:rPr lang="en-US" dirty="0" err="1"/>
              <a:t>terdiri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bahasa</a:t>
            </a:r>
            <a:r>
              <a:rPr lang="en-US" dirty="0"/>
              <a:t>, </a:t>
            </a:r>
            <a:r>
              <a:rPr lang="en-US" dirty="0" err="1"/>
              <a:t>api</a:t>
            </a:r>
            <a:r>
              <a:rPr lang="en-US" dirty="0"/>
              <a:t> key, </a:t>
            </a:r>
            <a:r>
              <a:rPr lang="en-US" dirty="0" err="1"/>
              <a:t>halaman</a:t>
            </a:r>
            <a:r>
              <a:rPr lang="en-US" dirty="0"/>
              <a:t>, genre, dan </a:t>
            </a:r>
            <a:r>
              <a:rPr lang="en-US" dirty="0" err="1"/>
              <a:t>urutan</a:t>
            </a:r>
            <a:r>
              <a:rPr lang="en-US" dirty="0"/>
              <a:t> </a:t>
            </a:r>
            <a:r>
              <a:rPr lang="en-US" dirty="0" err="1"/>
              <a:t>popularitas</a:t>
            </a:r>
            <a:r>
              <a:rPr lang="en-US" dirty="0"/>
              <a:t>.</a:t>
            </a:r>
            <a:endParaRPr lang="id-ID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BC27CFF-6DCC-81B1-3A10-C68AB9EB4E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192" y="1982063"/>
            <a:ext cx="3666343" cy="4124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34717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ED4B9A10-9D1C-026F-D524-5CDB8D572EB9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581025" y="2133600"/>
            <a:ext cx="5422900" cy="3528215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1319B8-0D25-C209-3D4A-4EADB603D92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id-ID" dirty="0" err="1"/>
              <a:t>daftar_film</a:t>
            </a:r>
            <a:r>
              <a:rPr lang="id-ID" dirty="0"/>
              <a:t> = </a:t>
            </a:r>
            <a:r>
              <a:rPr lang="id-ID" dirty="0" err="1"/>
              <a:t>response.json</a:t>
            </a:r>
            <a:r>
              <a:rPr lang="id-ID" dirty="0"/>
              <a:t>()["</a:t>
            </a:r>
            <a:r>
              <a:rPr lang="id-ID" dirty="0" err="1"/>
              <a:t>results</a:t>
            </a:r>
            <a:r>
              <a:rPr lang="id-ID" dirty="0"/>
              <a:t>"]</a:t>
            </a:r>
            <a:r>
              <a:rPr lang="en-US" dirty="0"/>
              <a:t> </a:t>
            </a:r>
            <a:r>
              <a:rPr lang="en-US" dirty="0" err="1"/>
              <a:t>ini</a:t>
            </a:r>
            <a:r>
              <a:rPr lang="en-US" dirty="0"/>
              <a:t> </a:t>
            </a:r>
            <a:r>
              <a:rPr lang="en-US" dirty="0" err="1"/>
              <a:t>mengelolah</a:t>
            </a:r>
            <a:r>
              <a:rPr lang="en-US" dirty="0"/>
              <a:t> </a:t>
            </a:r>
            <a:r>
              <a:rPr lang="en-US" dirty="0" err="1"/>
              <a:t>hasil</a:t>
            </a:r>
            <a:r>
              <a:rPr lang="en-US" dirty="0"/>
              <a:t> response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api</a:t>
            </a:r>
            <a:r>
              <a:rPr lang="en-US" dirty="0"/>
              <a:t> TMDB. </a:t>
            </a:r>
          </a:p>
          <a:p>
            <a:r>
              <a:rPr lang="en-US" dirty="0"/>
              <a:t>Data[] </a:t>
            </a:r>
            <a:r>
              <a:rPr lang="en-US" dirty="0" err="1"/>
              <a:t>ini</a:t>
            </a:r>
            <a:r>
              <a:rPr lang="en-US" dirty="0"/>
              <a:t> </a:t>
            </a:r>
            <a:r>
              <a:rPr lang="en-US" dirty="0" err="1"/>
              <a:t>menjadi</a:t>
            </a:r>
            <a:r>
              <a:rPr lang="en-US" dirty="0"/>
              <a:t> </a:t>
            </a:r>
            <a:r>
              <a:rPr lang="en-US" dirty="0" err="1"/>
              <a:t>tempat</a:t>
            </a:r>
            <a:r>
              <a:rPr lang="en-US" dirty="0"/>
              <a:t> </a:t>
            </a:r>
            <a:r>
              <a:rPr lang="en-US" dirty="0" err="1"/>
              <a:t>penyimpanan</a:t>
            </a:r>
            <a:r>
              <a:rPr lang="en-US" dirty="0"/>
              <a:t> </a:t>
            </a:r>
            <a:r>
              <a:rPr lang="en-US" dirty="0" err="1"/>
              <a:t>sementara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data film yang </a:t>
            </a:r>
            <a:r>
              <a:rPr lang="en-US" dirty="0" err="1"/>
              <a:t>sudah</a:t>
            </a:r>
            <a:r>
              <a:rPr lang="en-US" dirty="0"/>
              <a:t> di </a:t>
            </a:r>
            <a:r>
              <a:rPr lang="en-US" dirty="0" err="1"/>
              <a:t>pilih</a:t>
            </a:r>
            <a:r>
              <a:rPr lang="en-US" dirty="0"/>
              <a:t>, </a:t>
            </a:r>
            <a:r>
              <a:rPr lang="en-US" dirty="0" err="1"/>
              <a:t>karena</a:t>
            </a:r>
            <a:r>
              <a:rPr lang="en-US" dirty="0"/>
              <a:t> </a:t>
            </a:r>
            <a:r>
              <a:rPr lang="en-US" dirty="0" err="1"/>
              <a:t>kita</a:t>
            </a:r>
            <a:r>
              <a:rPr lang="en-US" dirty="0"/>
              <a:t> </a:t>
            </a:r>
            <a:r>
              <a:rPr lang="en-US" dirty="0" err="1"/>
              <a:t>memakai</a:t>
            </a:r>
            <a:r>
              <a:rPr lang="en-US" dirty="0"/>
              <a:t> loop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daftar_film</a:t>
            </a:r>
            <a:r>
              <a:rPr lang="en-US" dirty="0"/>
              <a:t>.</a:t>
            </a:r>
          </a:p>
          <a:p>
            <a:r>
              <a:rPr lang="en-US" dirty="0"/>
              <a:t>Data yang di </a:t>
            </a:r>
            <a:r>
              <a:rPr lang="en-US" dirty="0" err="1"/>
              <a:t>tampilkan</a:t>
            </a:r>
            <a:r>
              <a:rPr lang="en-US" dirty="0"/>
              <a:t> pada data frame </a:t>
            </a:r>
            <a:r>
              <a:rPr lang="en-US" dirty="0" err="1"/>
              <a:t>yaitu</a:t>
            </a:r>
            <a:r>
              <a:rPr lang="en-US" dirty="0"/>
              <a:t> </a:t>
            </a:r>
            <a:r>
              <a:rPr lang="en-US" dirty="0" err="1"/>
              <a:t>udul</a:t>
            </a:r>
            <a:r>
              <a:rPr lang="en-US" dirty="0"/>
              <a:t>, genre, </a:t>
            </a:r>
            <a:r>
              <a:rPr lang="en-US" dirty="0" err="1"/>
              <a:t>bahasa</a:t>
            </a:r>
            <a:r>
              <a:rPr lang="en-US" dirty="0"/>
              <a:t>, </a:t>
            </a:r>
            <a:r>
              <a:rPr lang="en-US" dirty="0" err="1"/>
              <a:t>tanggal</a:t>
            </a:r>
            <a:r>
              <a:rPr lang="en-US" dirty="0"/>
              <a:t> </a:t>
            </a:r>
            <a:r>
              <a:rPr lang="en-US" dirty="0" err="1"/>
              <a:t>rilis</a:t>
            </a:r>
            <a:r>
              <a:rPr lang="en-US" dirty="0"/>
              <a:t>, rating, dan </a:t>
            </a:r>
            <a:r>
              <a:rPr lang="en-US" dirty="0" err="1"/>
              <a:t>popularitas</a:t>
            </a:r>
            <a:r>
              <a:rPr lang="en-US" dirty="0"/>
              <a:t> film.</a:t>
            </a:r>
          </a:p>
        </p:txBody>
      </p:sp>
    </p:spTree>
    <p:extLst>
      <p:ext uri="{BB962C8B-B14F-4D97-AF65-F5344CB8AC3E}">
        <p14:creationId xmlns:p14="http://schemas.microsoft.com/office/powerpoint/2010/main" val="36073454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A81245-1DDE-5859-A0FA-7CE3E25B07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9117" y="405193"/>
            <a:ext cx="11029616" cy="988332"/>
          </a:xfrm>
        </p:spPr>
        <p:txBody>
          <a:bodyPr/>
          <a:lstStyle/>
          <a:p>
            <a:pPr algn="ctr"/>
            <a:r>
              <a:rPr lang="en-US" dirty="0" err="1"/>
              <a:t>Menampilkan</a:t>
            </a:r>
            <a:r>
              <a:rPr lang="en-US" dirty="0"/>
              <a:t> </a:t>
            </a:r>
            <a:r>
              <a:rPr lang="en-US" dirty="0" err="1"/>
              <a:t>jumlah</a:t>
            </a:r>
            <a:r>
              <a:rPr lang="en-US" dirty="0"/>
              <a:t> data yang di </a:t>
            </a:r>
            <a:r>
              <a:rPr lang="en-US" dirty="0" err="1"/>
              <a:t>dapat</a:t>
            </a:r>
            <a:endParaRPr lang="id-ID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B4B026E4-AD48-2107-8B91-8ABC52038174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581025" y="2857897"/>
            <a:ext cx="5422900" cy="2372518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606CB0-04E2-29B3-9F39-F0C9A4F9873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Ini </a:t>
            </a:r>
            <a:r>
              <a:rPr lang="en-US" dirty="0" err="1"/>
              <a:t>saya</a:t>
            </a:r>
            <a:r>
              <a:rPr lang="en-US" dirty="0"/>
              <a:t> </a:t>
            </a:r>
            <a:r>
              <a:rPr lang="en-US" dirty="0" err="1"/>
              <a:t>bertujuan</a:t>
            </a:r>
            <a:r>
              <a:rPr lang="en-US" dirty="0"/>
              <a:t> </a:t>
            </a:r>
            <a:r>
              <a:rPr lang="en-US" dirty="0" err="1"/>
              <a:t>menampilkan</a:t>
            </a:r>
            <a:r>
              <a:rPr lang="en-US" dirty="0"/>
              <a:t> data yang </a:t>
            </a:r>
            <a:r>
              <a:rPr lang="en-US" dirty="0" err="1"/>
              <a:t>saya</a:t>
            </a:r>
            <a:r>
              <a:rPr lang="en-US" dirty="0"/>
              <a:t>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berjumlah</a:t>
            </a:r>
            <a:r>
              <a:rPr lang="en-US" dirty="0"/>
              <a:t> 2001 </a:t>
            </a:r>
            <a:r>
              <a:rPr lang="en-US" dirty="0" err="1"/>
              <a:t>tiap</a:t>
            </a:r>
            <a:r>
              <a:rPr lang="en-US" dirty="0"/>
              <a:t> </a:t>
            </a:r>
            <a:r>
              <a:rPr lang="en-US" dirty="0" err="1"/>
              <a:t>halaman</a:t>
            </a:r>
            <a:r>
              <a:rPr lang="en-US" dirty="0"/>
              <a:t> </a:t>
            </a:r>
            <a:r>
              <a:rPr lang="en-US" dirty="0" err="1"/>
              <a:t>ada</a:t>
            </a:r>
            <a:r>
              <a:rPr lang="en-US" dirty="0"/>
              <a:t> 20 film, </a:t>
            </a:r>
            <a:r>
              <a:rPr lang="en-US" dirty="0" err="1"/>
              <a:t>serta</a:t>
            </a:r>
            <a:r>
              <a:rPr lang="en-US" dirty="0"/>
              <a:t> </a:t>
            </a:r>
            <a:r>
              <a:rPr lang="en-US" dirty="0" err="1"/>
              <a:t>saya</a:t>
            </a:r>
            <a:r>
              <a:rPr lang="en-US" dirty="0"/>
              <a:t> </a:t>
            </a:r>
            <a:r>
              <a:rPr lang="en-US" dirty="0" err="1"/>
              <a:t>menampilkan</a:t>
            </a:r>
            <a:r>
              <a:rPr lang="en-US" dirty="0"/>
              <a:t> data frame 4 film yang rating</a:t>
            </a:r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9660775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1E2F42-ED46-7A38-F5F9-CD4F074DD3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705852"/>
          </a:xfrm>
        </p:spPr>
        <p:txBody>
          <a:bodyPr/>
          <a:lstStyle/>
          <a:p>
            <a:pPr algn="ctr"/>
            <a:r>
              <a:rPr lang="en-US" dirty="0"/>
              <a:t>Alur </a:t>
            </a:r>
            <a:r>
              <a:rPr lang="en-US" dirty="0" err="1"/>
              <a:t>dari</a:t>
            </a:r>
            <a:r>
              <a:rPr lang="en-US" dirty="0"/>
              <a:t> data </a:t>
            </a:r>
            <a:r>
              <a:rPr lang="en-US" dirty="0" err="1"/>
              <a:t>api</a:t>
            </a:r>
            <a:r>
              <a:rPr lang="en-US" dirty="0"/>
              <a:t> </a:t>
            </a:r>
            <a:r>
              <a:rPr lang="en-US" dirty="0" err="1"/>
              <a:t>menjadi</a:t>
            </a:r>
            <a:r>
              <a:rPr lang="en-US" dirty="0"/>
              <a:t> data frame</a:t>
            </a:r>
            <a:endParaRPr lang="id-ID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C637ADE6-A61D-7ED2-B063-C6716C580A6D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325289" y="2069947"/>
            <a:ext cx="4951145" cy="4311188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E061B3-9B09-919B-B5A3-BF0D46EC9C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689389" y="1906384"/>
            <a:ext cx="5842762" cy="4221958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Ini </a:t>
            </a:r>
            <a:r>
              <a:rPr lang="en-US" dirty="0" err="1"/>
              <a:t>alur</a:t>
            </a:r>
            <a:r>
              <a:rPr lang="en-US" dirty="0"/>
              <a:t> yang </a:t>
            </a:r>
            <a:r>
              <a:rPr lang="en-US" dirty="0" err="1"/>
              <a:t>dilakukan</a:t>
            </a:r>
            <a:r>
              <a:rPr lang="en-US" dirty="0"/>
              <a:t>, </a:t>
            </a:r>
            <a:r>
              <a:rPr lang="en-US" dirty="0" err="1"/>
              <a:t>saya</a:t>
            </a:r>
            <a:r>
              <a:rPr lang="en-US" dirty="0"/>
              <a:t> </a:t>
            </a:r>
            <a:r>
              <a:rPr lang="en-US" dirty="0" err="1"/>
              <a:t>menggunakan</a:t>
            </a:r>
            <a:r>
              <a:rPr lang="en-US" dirty="0"/>
              <a:t> variable </a:t>
            </a:r>
            <a:r>
              <a:rPr lang="en-US" dirty="0" err="1"/>
              <a:t>klien</a:t>
            </a:r>
            <a:r>
              <a:rPr lang="en-US" dirty="0"/>
              <a:t> yang </a:t>
            </a:r>
            <a:r>
              <a:rPr lang="en-US" dirty="0" err="1"/>
              <a:t>terhubung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class film, </a:t>
            </a:r>
          </a:p>
          <a:p>
            <a:r>
              <a:rPr lang="en-US" dirty="0"/>
              <a:t>Lalu </a:t>
            </a:r>
            <a:r>
              <a:rPr lang="en-US" dirty="0" err="1"/>
              <a:t>saya</a:t>
            </a:r>
            <a:r>
              <a:rPr lang="en-US" dirty="0"/>
              <a:t> </a:t>
            </a:r>
            <a:r>
              <a:rPr lang="en-US" dirty="0" err="1"/>
              <a:t>ini</a:t>
            </a:r>
            <a:r>
              <a:rPr lang="en-US" dirty="0"/>
              <a:t> </a:t>
            </a:r>
            <a:r>
              <a:rPr lang="en-US" dirty="0" err="1"/>
              <a:t>mengambil</a:t>
            </a:r>
            <a:r>
              <a:rPr lang="en-US" dirty="0"/>
              <a:t> 3 genre </a:t>
            </a:r>
            <a:r>
              <a:rPr lang="en-US" dirty="0" err="1"/>
              <a:t>yaitu</a:t>
            </a:r>
            <a:r>
              <a:rPr lang="en-US" dirty="0"/>
              <a:t> horror, </a:t>
            </a:r>
            <a:r>
              <a:rPr lang="en-US" dirty="0" err="1"/>
              <a:t>action,adventure</a:t>
            </a:r>
            <a:r>
              <a:rPr lang="en-US" dirty="0"/>
              <a:t>. Ini </a:t>
            </a:r>
            <a:r>
              <a:rPr lang="en-US" dirty="0" err="1"/>
              <a:t>bersifat</a:t>
            </a:r>
            <a:r>
              <a:rPr lang="en-US" dirty="0"/>
              <a:t> </a:t>
            </a:r>
            <a:r>
              <a:rPr lang="en-US" dirty="0" err="1"/>
              <a:t>bebas</a:t>
            </a:r>
            <a:r>
              <a:rPr lang="en-US" dirty="0"/>
              <a:t>. </a:t>
            </a:r>
          </a:p>
          <a:p>
            <a:r>
              <a:rPr lang="en-US" dirty="0" err="1"/>
              <a:t>Melakukan</a:t>
            </a:r>
            <a:r>
              <a:rPr lang="en-US" dirty="0"/>
              <a:t> </a:t>
            </a:r>
            <a:r>
              <a:rPr lang="en-US" dirty="0" err="1"/>
              <a:t>pengulangan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daftar_kata_kunci</a:t>
            </a:r>
            <a:r>
              <a:rPr lang="en-US" dirty="0"/>
              <a:t>, dan </a:t>
            </a:r>
            <a:r>
              <a:rPr lang="en-US" dirty="0" err="1"/>
              <a:t>melakukan</a:t>
            </a:r>
            <a:r>
              <a:rPr lang="en-US" dirty="0"/>
              <a:t> </a:t>
            </a:r>
            <a:r>
              <a:rPr lang="en-US" dirty="0" err="1"/>
              <a:t>pembersihan</a:t>
            </a:r>
            <a:r>
              <a:rPr lang="en-US" dirty="0"/>
              <a:t> </a:t>
            </a:r>
            <a:r>
              <a:rPr lang="en-US" dirty="0" err="1"/>
              <a:t>whitecase</a:t>
            </a:r>
            <a:r>
              <a:rPr lang="en-US" dirty="0"/>
              <a:t> </a:t>
            </a:r>
            <a:r>
              <a:rPr lang="en-US" dirty="0" err="1"/>
              <a:t>menggunakan</a:t>
            </a:r>
            <a:r>
              <a:rPr lang="en-US" dirty="0"/>
              <a:t> strip(), </a:t>
            </a:r>
            <a:r>
              <a:rPr lang="en-US" dirty="0" err="1"/>
              <a:t>mengubah</a:t>
            </a:r>
            <a:r>
              <a:rPr lang="en-US" dirty="0"/>
              <a:t> </a:t>
            </a:r>
            <a:r>
              <a:rPr lang="en-US" dirty="0" err="1"/>
              <a:t>semua</a:t>
            </a:r>
            <a:r>
              <a:rPr lang="en-US" dirty="0"/>
              <a:t> </a:t>
            </a:r>
            <a:r>
              <a:rPr lang="en-US" dirty="0" err="1"/>
              <a:t>huruf</a:t>
            </a:r>
            <a:r>
              <a:rPr lang="en-US" dirty="0"/>
              <a:t> </a:t>
            </a:r>
            <a:r>
              <a:rPr lang="en-US" dirty="0" err="1"/>
              <a:t>menjadi</a:t>
            </a:r>
            <a:r>
              <a:rPr lang="en-US" dirty="0"/>
              <a:t> </a:t>
            </a:r>
            <a:r>
              <a:rPr lang="en-US" dirty="0" err="1"/>
              <a:t>kecil</a:t>
            </a:r>
            <a:r>
              <a:rPr lang="en-US" dirty="0"/>
              <a:t>, </a:t>
            </a:r>
            <a:r>
              <a:rPr lang="en-US" dirty="0" err="1"/>
              <a:t>Mencari</a:t>
            </a:r>
            <a:r>
              <a:rPr lang="en-US" dirty="0"/>
              <a:t> ID genre TMDB </a:t>
            </a:r>
            <a:r>
              <a:rPr lang="en-US" dirty="0" err="1"/>
              <a:t>berdasarkan</a:t>
            </a:r>
            <a:r>
              <a:rPr lang="en-US" dirty="0"/>
              <a:t> nama genre.</a:t>
            </a:r>
          </a:p>
          <a:p>
            <a:r>
              <a:rPr lang="en-US" dirty="0" err="1"/>
              <a:t>Menggunakan</a:t>
            </a:r>
            <a:r>
              <a:rPr lang="en-US" dirty="0"/>
              <a:t> while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mengambil</a:t>
            </a:r>
            <a:r>
              <a:rPr lang="en-US" dirty="0"/>
              <a:t> 10 </a:t>
            </a:r>
            <a:r>
              <a:rPr lang="en-US" dirty="0" err="1"/>
              <a:t>halaman</a:t>
            </a:r>
            <a:r>
              <a:rPr lang="en-US" dirty="0"/>
              <a:t> </a:t>
            </a:r>
            <a:r>
              <a:rPr lang="en-US" dirty="0" err="1"/>
              <a:t>setiap</a:t>
            </a:r>
            <a:r>
              <a:rPr lang="en-US" dirty="0"/>
              <a:t> genre.</a:t>
            </a:r>
          </a:p>
          <a:p>
            <a:r>
              <a:rPr lang="en-US" dirty="0"/>
              <a:t>Ini </a:t>
            </a:r>
            <a:r>
              <a:rPr lang="en-US" dirty="0" err="1"/>
              <a:t>menunjukan</a:t>
            </a:r>
            <a:r>
              <a:rPr lang="en-US" dirty="0"/>
              <a:t> </a:t>
            </a:r>
            <a:r>
              <a:rPr lang="en-US" dirty="0" err="1"/>
              <a:t>jumlah</a:t>
            </a:r>
            <a:r>
              <a:rPr lang="en-US" dirty="0"/>
              <a:t> </a:t>
            </a:r>
            <a:r>
              <a:rPr lang="en-US" dirty="0" err="1"/>
              <a:t>tiap</a:t>
            </a:r>
            <a:r>
              <a:rPr lang="en-US" dirty="0"/>
              <a:t> genre </a:t>
            </a:r>
            <a:r>
              <a:rPr lang="en-US" dirty="0" err="1"/>
              <a:t>berbeda</a:t>
            </a:r>
            <a:r>
              <a:rPr lang="en-US" dirty="0"/>
              <a:t> </a:t>
            </a:r>
            <a:r>
              <a:rPr lang="en-US" dirty="0" err="1"/>
              <a:t>beda</a:t>
            </a:r>
            <a:r>
              <a:rPr lang="en-US" dirty="0"/>
              <a:t> </a:t>
            </a:r>
            <a:r>
              <a:rPr lang="en-US" dirty="0" err="1"/>
              <a:t>jika</a:t>
            </a:r>
            <a:r>
              <a:rPr lang="en-US" dirty="0"/>
              <a:t> </a:t>
            </a:r>
            <a:r>
              <a:rPr lang="en-US" dirty="0" err="1"/>
              <a:t>ada</a:t>
            </a:r>
            <a:r>
              <a:rPr lang="en-US" dirty="0"/>
              <a:t> data </a:t>
            </a:r>
            <a:r>
              <a:rPr lang="en-US" dirty="0" err="1"/>
              <a:t>kosong</a:t>
            </a:r>
            <a:r>
              <a:rPr lang="en-US" dirty="0"/>
              <a:t> </a:t>
            </a:r>
            <a:r>
              <a:rPr lang="en-US" dirty="0" err="1"/>
              <a:t>atau</a:t>
            </a:r>
            <a:r>
              <a:rPr lang="en-US" dirty="0"/>
              <a:t> </a:t>
            </a:r>
            <a:r>
              <a:rPr lang="en-US" dirty="0" err="1"/>
              <a:t>ada</a:t>
            </a:r>
            <a:r>
              <a:rPr lang="en-US" dirty="0"/>
              <a:t> film </a:t>
            </a:r>
            <a:r>
              <a:rPr lang="en-US" dirty="0" err="1"/>
              <a:t>baru</a:t>
            </a:r>
            <a:r>
              <a:rPr lang="en-US" dirty="0"/>
              <a:t> </a:t>
            </a:r>
            <a:r>
              <a:rPr lang="en-US" dirty="0" err="1"/>
              <a:t>ke</a:t>
            </a:r>
            <a:r>
              <a:rPr lang="en-US" dirty="0"/>
              <a:t> update di </a:t>
            </a:r>
            <a:r>
              <a:rPr lang="en-US" dirty="0" err="1"/>
              <a:t>apinya</a:t>
            </a:r>
            <a:r>
              <a:rPr lang="en-US" dirty="0"/>
              <a:t> </a:t>
            </a:r>
          </a:p>
          <a:p>
            <a:r>
              <a:rPr lang="en-US" dirty="0"/>
              <a:t>Lalu </a:t>
            </a:r>
            <a:r>
              <a:rPr lang="en-US" dirty="0" err="1"/>
              <a:t>saya</a:t>
            </a:r>
            <a:r>
              <a:rPr lang="en-US" dirty="0"/>
              <a:t> </a:t>
            </a:r>
            <a:r>
              <a:rPr lang="en-US" dirty="0" err="1"/>
              <a:t>menggabungkan</a:t>
            </a:r>
            <a:r>
              <a:rPr lang="en-US" dirty="0"/>
              <a:t> 10 </a:t>
            </a:r>
            <a:r>
              <a:rPr lang="en-US" dirty="0" err="1"/>
              <a:t>halaman</a:t>
            </a:r>
            <a:r>
              <a:rPr lang="en-US" dirty="0"/>
              <a:t> </a:t>
            </a:r>
            <a:r>
              <a:rPr lang="en-US" dirty="0" err="1"/>
              <a:t>menjadi</a:t>
            </a:r>
            <a:r>
              <a:rPr lang="en-US" dirty="0"/>
              <a:t> </a:t>
            </a:r>
            <a:r>
              <a:rPr lang="en-US" dirty="0" err="1"/>
              <a:t>satu</a:t>
            </a:r>
            <a:r>
              <a:rPr lang="en-US" dirty="0"/>
              <a:t> table, masing </a:t>
            </a:r>
            <a:r>
              <a:rPr lang="en-US" dirty="0" err="1"/>
              <a:t>masing</a:t>
            </a:r>
            <a:r>
              <a:rPr lang="en-US" dirty="0"/>
              <a:t> genre </a:t>
            </a:r>
          </a:p>
          <a:p>
            <a:r>
              <a:rPr lang="en-US" dirty="0" err="1"/>
              <a:t>Menggabungkan</a:t>
            </a:r>
            <a:r>
              <a:rPr lang="en-US" dirty="0"/>
              <a:t> </a:t>
            </a:r>
            <a:r>
              <a:rPr lang="en-US" dirty="0" err="1"/>
              <a:t>semua</a:t>
            </a:r>
            <a:r>
              <a:rPr lang="en-US" dirty="0"/>
              <a:t> genre </a:t>
            </a:r>
            <a:r>
              <a:rPr lang="en-US" dirty="0" err="1"/>
              <a:t>menjadi</a:t>
            </a:r>
            <a:r>
              <a:rPr lang="en-US" dirty="0"/>
              <a:t> </a:t>
            </a:r>
            <a:r>
              <a:rPr lang="en-US" dirty="0" err="1"/>
              <a:t>satu</a:t>
            </a:r>
            <a:r>
              <a:rPr lang="en-US" dirty="0"/>
              <a:t> Frame final dan </a:t>
            </a:r>
            <a:r>
              <a:rPr lang="en-US" dirty="0" err="1"/>
              <a:t>mengubah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id_genre</a:t>
            </a:r>
            <a:r>
              <a:rPr lang="en-US" dirty="0"/>
              <a:t> </a:t>
            </a:r>
            <a:r>
              <a:rPr lang="en-US" dirty="0" err="1"/>
              <a:t>menjadi</a:t>
            </a:r>
            <a:r>
              <a:rPr lang="en-US" dirty="0"/>
              <a:t> nama genre </a:t>
            </a:r>
          </a:p>
        </p:txBody>
      </p:sp>
    </p:spTree>
    <p:extLst>
      <p:ext uri="{BB962C8B-B14F-4D97-AF65-F5344CB8AC3E}">
        <p14:creationId xmlns:p14="http://schemas.microsoft.com/office/powerpoint/2010/main" val="23956723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8CCABC-45A7-F092-C480-E8DBE709D7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err="1"/>
              <a:t>Pembersihan</a:t>
            </a:r>
            <a:r>
              <a:rPr lang="en-US" dirty="0"/>
              <a:t> data yang di </a:t>
            </a:r>
            <a:r>
              <a:rPr lang="en-US" dirty="0" err="1"/>
              <a:t>ambil</a:t>
            </a:r>
            <a:endParaRPr lang="id-ID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DF6155-479F-2E03-A6A3-5D014C59962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Keputusan yang di </a:t>
            </a:r>
            <a:r>
              <a:rPr lang="en-US" dirty="0" err="1"/>
              <a:t>ambil</a:t>
            </a:r>
            <a:r>
              <a:rPr lang="en-US" dirty="0"/>
              <a:t> </a:t>
            </a:r>
            <a:r>
              <a:rPr lang="en-US" dirty="0" err="1"/>
              <a:t>yaitu</a:t>
            </a:r>
            <a:r>
              <a:rPr lang="en-US" dirty="0"/>
              <a:t> </a:t>
            </a:r>
            <a:r>
              <a:rPr lang="en-US" dirty="0" err="1"/>
              <a:t>menghapus</a:t>
            </a:r>
            <a:r>
              <a:rPr lang="en-US" dirty="0"/>
              <a:t> data film yang duplicate, </a:t>
            </a:r>
            <a:r>
              <a:rPr lang="en-US" dirty="0" err="1"/>
              <a:t>terbukti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gambar</a:t>
            </a:r>
            <a:r>
              <a:rPr lang="en-US" dirty="0"/>
              <a:t> di </a:t>
            </a:r>
            <a:r>
              <a:rPr lang="en-US" dirty="0" err="1"/>
              <a:t>samping</a:t>
            </a:r>
            <a:r>
              <a:rPr lang="en-US" dirty="0"/>
              <a:t> </a:t>
            </a:r>
            <a:r>
              <a:rPr lang="en-US" dirty="0" err="1"/>
              <a:t>karena</a:t>
            </a:r>
            <a:r>
              <a:rPr lang="en-US" dirty="0"/>
              <a:t> type data </a:t>
            </a:r>
            <a:r>
              <a:rPr lang="en-US" dirty="0" err="1"/>
              <a:t>sudah</a:t>
            </a:r>
            <a:r>
              <a:rPr lang="en-US" dirty="0"/>
              <a:t> </a:t>
            </a:r>
            <a:r>
              <a:rPr lang="en-US" dirty="0" err="1"/>
              <a:t>bener</a:t>
            </a:r>
            <a:r>
              <a:rPr lang="en-US" dirty="0"/>
              <a:t> dan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ada</a:t>
            </a:r>
            <a:r>
              <a:rPr lang="en-US" dirty="0"/>
              <a:t> </a:t>
            </a:r>
            <a:r>
              <a:rPr lang="en-US" dirty="0" err="1"/>
              <a:t>deskripsi</a:t>
            </a:r>
            <a:r>
              <a:rPr lang="en-US" dirty="0"/>
              <a:t>, </a:t>
            </a:r>
            <a:r>
              <a:rPr lang="en-US" dirty="0" err="1"/>
              <a:t>judul</a:t>
            </a:r>
            <a:r>
              <a:rPr lang="en-US" dirty="0"/>
              <a:t>  data yang </a:t>
            </a:r>
            <a:r>
              <a:rPr lang="en-US" dirty="0" err="1"/>
              <a:t>kosong</a:t>
            </a:r>
            <a:r>
              <a:rPr lang="en-US" dirty="0"/>
              <a:t> </a:t>
            </a:r>
            <a:endParaRPr lang="id-ID" dirty="0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2F6ADA0D-80C5-4E0B-7AF2-B34D97ADA4BD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581025" y="2556512"/>
            <a:ext cx="5422900" cy="2975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49439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800961-4764-EF69-D12A-198BAC6BE7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err="1"/>
              <a:t>Berikut</a:t>
            </a:r>
            <a:r>
              <a:rPr lang="en-US" dirty="0"/>
              <a:t> data set </a:t>
            </a:r>
            <a:r>
              <a:rPr lang="en-US" dirty="0" err="1"/>
              <a:t>hasil</a:t>
            </a:r>
            <a:r>
              <a:rPr lang="en-US" dirty="0"/>
              <a:t> </a:t>
            </a:r>
            <a:r>
              <a:rPr lang="en-US" dirty="0" err="1"/>
              <a:t>akhir</a:t>
            </a:r>
            <a:endParaRPr lang="id-ID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A706D6EE-0450-0618-C05E-FF8AC1FD6FFD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654974" y="1956619"/>
            <a:ext cx="10229335" cy="4798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8292969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4D1434"/>
      </a:accent1>
      <a:accent2>
        <a:srgbClr val="903163"/>
      </a:accent2>
      <a:accent3>
        <a:srgbClr val="B2324B"/>
      </a:accent3>
      <a:accent4>
        <a:srgbClr val="969FA7"/>
      </a:accent4>
      <a:accent5>
        <a:srgbClr val="66B1CE"/>
      </a:accent5>
      <a:accent6>
        <a:srgbClr val="40619D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C21699FF-00E4-43C8-BBCC-D7E5536C371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Dividend</Template>
  <TotalTime>253</TotalTime>
  <Words>490</Words>
  <Application>Microsoft Office PowerPoint</Application>
  <PresentationFormat>Widescreen</PresentationFormat>
  <Paragraphs>28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Gill Sans MT</vt:lpstr>
      <vt:lpstr>Wingdings 2</vt:lpstr>
      <vt:lpstr>Dividend</vt:lpstr>
      <vt:lpstr>Nama = Bagus sudjatmiko</vt:lpstr>
      <vt:lpstr>Kenapa milih THEMOVIEDB.ORG </vt:lpstr>
      <vt:lpstr>Mengambil api discover movie </vt:lpstr>
      <vt:lpstr>Class yang dibangun beserta perannya (atribut apa saja,method apa saja)</vt:lpstr>
      <vt:lpstr>PowerPoint Presentation</vt:lpstr>
      <vt:lpstr>Menampilkan jumlah data yang di dapat</vt:lpstr>
      <vt:lpstr>Alur dari data api menjadi data frame</vt:lpstr>
      <vt:lpstr>Pembersihan data yang di ambil</vt:lpstr>
      <vt:lpstr>Berikut data set hasil akhir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Zani Fazri Mia</dc:creator>
  <cp:lastModifiedBy>Zani Fazri Mia</cp:lastModifiedBy>
  <cp:revision>1</cp:revision>
  <dcterms:created xsi:type="dcterms:W3CDTF">2026-09-23T05:55:54Z</dcterms:created>
  <dcterms:modified xsi:type="dcterms:W3CDTF">2026-09-23T14:03:32Z</dcterms:modified>
</cp:coreProperties>
</file>